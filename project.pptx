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9" r:id="rId4"/>
    <p:sldId id="273" r:id="rId5"/>
    <p:sldId id="271" r:id="rId6"/>
    <p:sldId id="272" r:id="rId7"/>
    <p:sldId id="270" r:id="rId8"/>
    <p:sldId id="268" r:id="rId9"/>
    <p:sldId id="266" r:id="rId10"/>
  </p:sldIdLst>
  <p:sldSz cx="18288000" cy="10287000"/>
  <p:notesSz cx="6858000" cy="9144000"/>
  <p:embeddedFontLst>
    <p:embeddedFont>
      <p:font typeface="Rosario" panose="020B0604020202020204" charset="0"/>
      <p:regular r:id="rId11"/>
    </p:embeddedFont>
    <p:embeddedFont>
      <p:font typeface="Cambria" panose="02040503050406030204" pitchFamily="18" charset="0"/>
      <p:regular r:id="rId12"/>
      <p:bold r:id="rId13"/>
      <p:italic r:id="rId14"/>
      <p:boldItalic r:id="rId15"/>
    </p:embeddedFont>
    <p:embeddedFont>
      <p:font typeface="Rosario Bold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318B"/>
    <a:srgbClr val="303B8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70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1028700" y="8905443"/>
            <a:ext cx="3920639" cy="705715"/>
          </a:xfrm>
          <a:custGeom>
            <a:avLst/>
            <a:gdLst/>
            <a:ahLst/>
            <a:cxnLst/>
            <a:rect l="l" t="t" r="r" b="b"/>
            <a:pathLst>
              <a:path w="3920639" h="705715">
                <a:moveTo>
                  <a:pt x="0" y="0"/>
                </a:moveTo>
                <a:lnTo>
                  <a:pt x="3920639" y="0"/>
                </a:lnTo>
                <a:lnTo>
                  <a:pt x="3920639" y="705714"/>
                </a:lnTo>
                <a:lnTo>
                  <a:pt x="0" y="705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10800000">
            <a:off x="16153568" y="2389297"/>
            <a:ext cx="1665995" cy="1665995"/>
          </a:xfrm>
          <a:custGeom>
            <a:avLst/>
            <a:gdLst/>
            <a:ahLst/>
            <a:cxnLst/>
            <a:rect l="l" t="t" r="r" b="b"/>
            <a:pathLst>
              <a:path w="1665995" h="1665995">
                <a:moveTo>
                  <a:pt x="0" y="0"/>
                </a:moveTo>
                <a:lnTo>
                  <a:pt x="1665996" y="0"/>
                </a:lnTo>
                <a:lnTo>
                  <a:pt x="1665996" y="1665995"/>
                </a:lnTo>
                <a:lnTo>
                  <a:pt x="0" y="166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10800000" flipH="1">
            <a:off x="16153568" y="606788"/>
            <a:ext cx="1665995" cy="1665995"/>
          </a:xfrm>
          <a:custGeom>
            <a:avLst/>
            <a:gdLst/>
            <a:ahLst/>
            <a:cxnLst/>
            <a:rect l="l" t="t" r="r" b="b"/>
            <a:pathLst>
              <a:path w="1665995" h="1665995">
                <a:moveTo>
                  <a:pt x="1665996" y="0"/>
                </a:moveTo>
                <a:lnTo>
                  <a:pt x="0" y="0"/>
                </a:lnTo>
                <a:lnTo>
                  <a:pt x="0" y="1665995"/>
                </a:lnTo>
                <a:lnTo>
                  <a:pt x="1665996" y="1665995"/>
                </a:lnTo>
                <a:lnTo>
                  <a:pt x="166599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0668000" y="5753100"/>
            <a:ext cx="8111475" cy="2128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17"/>
              </a:lnSpc>
            </a:pPr>
            <a:r>
              <a:rPr lang="en-US" sz="3600" dirty="0" smtClean="0">
                <a:solidFill>
                  <a:srgbClr val="30318B"/>
                </a:solidFill>
                <a:latin typeface="Times New Roman" panose="02020603050405020304" pitchFamily="18" charset="0"/>
                <a:ea typeface="Rosario"/>
                <a:cs typeface="Times New Roman" panose="02020603050405020304" pitchFamily="18" charset="0"/>
                <a:sym typeface="Rosario"/>
              </a:rPr>
              <a:t>By </a:t>
            </a:r>
            <a:r>
              <a:rPr lang="en-US" sz="3600" dirty="0" err="1" smtClean="0">
                <a:solidFill>
                  <a:srgbClr val="30318B"/>
                </a:solidFill>
                <a:latin typeface="Times New Roman" panose="02020603050405020304" pitchFamily="18" charset="0"/>
                <a:ea typeface="Rosario"/>
                <a:cs typeface="Times New Roman" panose="02020603050405020304" pitchFamily="18" charset="0"/>
                <a:sym typeface="Rosario"/>
              </a:rPr>
              <a:t>Suhas</a:t>
            </a:r>
            <a:r>
              <a:rPr lang="en-US" sz="3600" dirty="0" smtClean="0">
                <a:solidFill>
                  <a:srgbClr val="30318B"/>
                </a:solidFill>
                <a:latin typeface="Times New Roman" panose="02020603050405020304" pitchFamily="18" charset="0"/>
                <a:ea typeface="Rosario"/>
                <a:cs typeface="Times New Roman" panose="02020603050405020304" pitchFamily="18" charset="0"/>
                <a:sym typeface="Rosario"/>
              </a:rPr>
              <a:t> S </a:t>
            </a:r>
            <a:r>
              <a:rPr lang="en-US" sz="3600" dirty="0" err="1" smtClean="0">
                <a:solidFill>
                  <a:srgbClr val="30318B"/>
                </a:solidFill>
                <a:latin typeface="Times New Roman" panose="02020603050405020304" pitchFamily="18" charset="0"/>
                <a:ea typeface="Rosario"/>
                <a:cs typeface="Times New Roman" panose="02020603050405020304" pitchFamily="18" charset="0"/>
                <a:sym typeface="Rosario"/>
              </a:rPr>
              <a:t>Gowda</a:t>
            </a:r>
            <a:endParaRPr lang="en-US" sz="3600" dirty="0" smtClean="0">
              <a:solidFill>
                <a:srgbClr val="30318B"/>
              </a:solidFill>
              <a:latin typeface="Times New Roman" panose="02020603050405020304" pitchFamily="18" charset="0"/>
              <a:ea typeface="Rosario"/>
              <a:cs typeface="Times New Roman" panose="02020603050405020304" pitchFamily="18" charset="0"/>
              <a:sym typeface="Rosario"/>
            </a:endParaRPr>
          </a:p>
          <a:p>
            <a:pPr algn="ctr">
              <a:lnSpc>
                <a:spcPts val="8317"/>
              </a:lnSpc>
            </a:pPr>
            <a:endParaRPr lang="en-US" sz="3600" dirty="0">
              <a:solidFill>
                <a:srgbClr val="30318B"/>
              </a:solidFill>
              <a:latin typeface="Times New Roman" panose="02020603050405020304" pitchFamily="18" charset="0"/>
              <a:ea typeface="Rosario"/>
              <a:cs typeface="Times New Roman" panose="02020603050405020304" pitchFamily="18" charset="0"/>
              <a:sym typeface="Rosario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47899" y="3260394"/>
            <a:ext cx="13792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30318B"/>
                </a:solidFill>
                <a:latin typeface="Rosario Bold" panose="020B0604020202020204" charset="0"/>
                <a:ea typeface="Cambria" panose="02040503050406030204" pitchFamily="18" charset="0"/>
              </a:rPr>
              <a:t>CUSTOMER INSIGHTS IN FOOD DELIVERY PLATFORMS </a:t>
            </a:r>
            <a:endParaRPr lang="en-US" sz="4000" b="1" dirty="0">
              <a:solidFill>
                <a:srgbClr val="30318B"/>
              </a:solidFill>
              <a:latin typeface="Rosario Bold" panose="020B0604020202020204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1028700" y="9046803"/>
            <a:ext cx="3135301" cy="564354"/>
          </a:xfrm>
          <a:custGeom>
            <a:avLst/>
            <a:gdLst/>
            <a:ahLst/>
            <a:cxnLst/>
            <a:rect l="l" t="t" r="r" b="b"/>
            <a:pathLst>
              <a:path w="3135301" h="564354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10800000">
            <a:off x="16457937" y="2063642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10800000" flipH="1">
            <a:off x="16457937" y="606788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4800600" y="114300"/>
            <a:ext cx="8424863" cy="1352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47"/>
              </a:lnSpc>
            </a:pPr>
            <a:r>
              <a:rPr lang="en-US" sz="6600" b="1" dirty="0" smtClean="0">
                <a:solidFill>
                  <a:srgbClr val="30318B"/>
                </a:solidFill>
                <a:latin typeface="Rosario Bold"/>
                <a:ea typeface="Rosario Bold"/>
                <a:cs typeface="Rosario Bold"/>
                <a:sym typeface="Rosario Bold"/>
              </a:rPr>
              <a:t>Project Overview</a:t>
            </a:r>
            <a:endParaRPr lang="en-US" sz="6600" b="1" dirty="0">
              <a:solidFill>
                <a:srgbClr val="30318B"/>
              </a:solidFill>
              <a:latin typeface="Rosario Bold"/>
              <a:ea typeface="Rosario Bold"/>
              <a:cs typeface="Rosario Bold"/>
              <a:sym typeface="Rosario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28700" y="1908288"/>
            <a:ext cx="14973300" cy="2492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/>
              <a:t>Analyzed customer preferences and behavior in food delivery </a:t>
            </a:r>
            <a:r>
              <a:rPr lang="en-US" sz="3600" dirty="0" smtClean="0"/>
              <a:t>apps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/>
              <a:t>Built an interactive Power BI </a:t>
            </a:r>
            <a:r>
              <a:rPr lang="en-US" sz="3600" dirty="0" smtClean="0"/>
              <a:t>dashboard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/>
              <a:t>Focused on spending patterns, platform usage, and order </a:t>
            </a:r>
            <a:r>
              <a:rPr lang="en-US" sz="3600" dirty="0" smtClean="0"/>
              <a:t>habits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1028700" y="9046803"/>
            <a:ext cx="3135301" cy="564354"/>
          </a:xfrm>
          <a:custGeom>
            <a:avLst/>
            <a:gdLst/>
            <a:ahLst/>
            <a:cxnLst/>
            <a:rect l="l" t="t" r="r" b="b"/>
            <a:pathLst>
              <a:path w="3135301" h="564354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10800000">
            <a:off x="16457937" y="2063642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10800000" flipH="1">
            <a:off x="16457937" y="606788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4800600" y="114300"/>
            <a:ext cx="8424863" cy="1331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47"/>
              </a:lnSpc>
            </a:pPr>
            <a:r>
              <a:rPr lang="en-US" sz="6600" dirty="0" smtClean="0">
                <a:solidFill>
                  <a:srgbClr val="303B8B"/>
                </a:solidFill>
                <a:latin typeface="Rosario Bold" panose="020B0604020202020204" charset="0"/>
              </a:rPr>
              <a:t>Dataset summary</a:t>
            </a:r>
            <a:endParaRPr lang="en-US" sz="6600" b="1" dirty="0">
              <a:solidFill>
                <a:srgbClr val="303B8B"/>
              </a:solidFill>
              <a:latin typeface="Rosario Bold" panose="020B0604020202020204" charset="0"/>
              <a:ea typeface="Rosario Bold"/>
              <a:cs typeface="Rosario Bold"/>
              <a:sym typeface="Rosario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28700" y="1908288"/>
            <a:ext cx="14973300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Number of </a:t>
            </a:r>
            <a:r>
              <a:rPr lang="en-US" sz="3600" dirty="0" smtClean="0"/>
              <a:t>records :79</a:t>
            </a:r>
            <a:endParaRPr lang="en-US" sz="3600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Columns </a:t>
            </a:r>
            <a:r>
              <a:rPr lang="en-US" sz="3600" dirty="0" smtClean="0"/>
              <a:t>used :24</a:t>
            </a:r>
            <a:endParaRPr lang="en-US" sz="3600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Fields like: Platform, Spending, Cuisine, Ratings, Time Slot, Frequency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Cleaned data and removed inconsistent values</a:t>
            </a:r>
          </a:p>
        </p:txBody>
      </p:sp>
    </p:spTree>
    <p:extLst>
      <p:ext uri="{BB962C8B-B14F-4D97-AF65-F5344CB8AC3E}">
        <p14:creationId xmlns:p14="http://schemas.microsoft.com/office/powerpoint/2010/main" val="4029784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1028700" y="9046803"/>
            <a:ext cx="3135301" cy="564354"/>
          </a:xfrm>
          <a:custGeom>
            <a:avLst/>
            <a:gdLst/>
            <a:ahLst/>
            <a:cxnLst/>
            <a:rect l="l" t="t" r="r" b="b"/>
            <a:pathLst>
              <a:path w="3135301" h="564354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10800000">
            <a:off x="16457937" y="2063642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10800000" flipH="1">
            <a:off x="16457937" y="606788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4800600" y="114300"/>
            <a:ext cx="8424863" cy="1352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47"/>
              </a:lnSpc>
            </a:pPr>
            <a:r>
              <a:rPr lang="en-US" sz="6600" dirty="0">
                <a:solidFill>
                  <a:srgbClr val="30318B"/>
                </a:solidFill>
                <a:latin typeface="Rosario Bold" panose="020B0604020202020204" charset="0"/>
              </a:rPr>
              <a:t>Platform Insights</a:t>
            </a:r>
            <a:endParaRPr lang="en-US" sz="6600" b="1" dirty="0">
              <a:solidFill>
                <a:srgbClr val="30318B"/>
              </a:solidFill>
              <a:latin typeface="Rosario Bold" panose="020B0604020202020204" charset="0"/>
              <a:ea typeface="Rosario Bold"/>
              <a:cs typeface="Rosario Bold"/>
              <a:sym typeface="Rosario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6200" y="3272869"/>
            <a:ext cx="7764067" cy="529963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96350" y="2544083"/>
            <a:ext cx="3562847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595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1028700" y="9046803"/>
            <a:ext cx="3135301" cy="564354"/>
          </a:xfrm>
          <a:custGeom>
            <a:avLst/>
            <a:gdLst/>
            <a:ahLst/>
            <a:cxnLst/>
            <a:rect l="l" t="t" r="r" b="b"/>
            <a:pathLst>
              <a:path w="3135301" h="564354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10800000">
            <a:off x="16457937" y="2063642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10800000" flipH="1">
            <a:off x="16457937" y="606788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3236118" y="0"/>
            <a:ext cx="10558463" cy="1352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47"/>
              </a:lnSpc>
            </a:pPr>
            <a:r>
              <a:rPr lang="en-US" sz="6600" dirty="0">
                <a:solidFill>
                  <a:srgbClr val="30318B"/>
                </a:solidFill>
                <a:latin typeface="Rosario Bold" panose="020B0604020202020204" charset="0"/>
              </a:rPr>
              <a:t>Customer Spending Behavior</a:t>
            </a:r>
            <a:endParaRPr lang="en-US" sz="6600" b="1" dirty="0">
              <a:solidFill>
                <a:srgbClr val="30318B"/>
              </a:solidFill>
              <a:latin typeface="Rosario Bold" panose="020B0604020202020204" charset="0"/>
              <a:ea typeface="Rosario Bold"/>
              <a:cs typeface="Rosario Bold"/>
              <a:sym typeface="Rosario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5075" y="1638300"/>
            <a:ext cx="6277851" cy="505848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0" y="3619500"/>
            <a:ext cx="6906589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453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1028700" y="9046803"/>
            <a:ext cx="3135301" cy="564354"/>
          </a:xfrm>
          <a:custGeom>
            <a:avLst/>
            <a:gdLst/>
            <a:ahLst/>
            <a:cxnLst/>
            <a:rect l="l" t="t" r="r" b="b"/>
            <a:pathLst>
              <a:path w="3135301" h="564354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10800000">
            <a:off x="16457937" y="2063642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10800000" flipH="1">
            <a:off x="16457937" y="606788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4164002" y="114300"/>
            <a:ext cx="9061462" cy="13318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47"/>
              </a:lnSpc>
            </a:pPr>
            <a:r>
              <a:rPr lang="en-US" sz="6600" dirty="0">
                <a:solidFill>
                  <a:srgbClr val="30318B"/>
                </a:solidFill>
                <a:latin typeface="Rosario Bold" panose="020B0604020202020204" charset="0"/>
              </a:rPr>
              <a:t>Food &amp; Time Preferences</a:t>
            </a:r>
            <a:endParaRPr lang="en-US" sz="6600" b="1" dirty="0">
              <a:solidFill>
                <a:srgbClr val="30318B"/>
              </a:solidFill>
              <a:latin typeface="Rosario Bold" panose="020B0604020202020204" charset="0"/>
              <a:ea typeface="Rosario Bold"/>
              <a:cs typeface="Rosario Bold"/>
              <a:sym typeface="Rosario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2522" y="1674097"/>
            <a:ext cx="6725589" cy="357237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0" y="4838700"/>
            <a:ext cx="6858957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668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1028700" y="9046803"/>
            <a:ext cx="3135301" cy="564354"/>
          </a:xfrm>
          <a:custGeom>
            <a:avLst/>
            <a:gdLst/>
            <a:ahLst/>
            <a:cxnLst/>
            <a:rect l="l" t="t" r="r" b="b"/>
            <a:pathLst>
              <a:path w="3135301" h="564354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10800000">
            <a:off x="16457937" y="2063642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10800000" flipH="1">
            <a:off x="16457937" y="606788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4800600" y="114300"/>
            <a:ext cx="8424863" cy="1352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47"/>
              </a:lnSpc>
            </a:pPr>
            <a:r>
              <a:rPr lang="en-US" sz="6600" dirty="0">
                <a:solidFill>
                  <a:srgbClr val="30318B"/>
                </a:solidFill>
                <a:latin typeface="Rosario Bold" panose="020B0604020202020204" charset="0"/>
              </a:rPr>
              <a:t>Key Insights</a:t>
            </a:r>
            <a:endParaRPr lang="en-US" sz="6600" b="1" dirty="0">
              <a:solidFill>
                <a:srgbClr val="30318B"/>
              </a:solidFill>
              <a:latin typeface="Rosario Bold" panose="020B0604020202020204" charset="0"/>
              <a:ea typeface="Rosario Bold"/>
              <a:cs typeface="Rosario Bold"/>
              <a:sym typeface="Rosario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28700" y="1908288"/>
            <a:ext cx="14973300" cy="4154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 err="1" smtClean="0"/>
              <a:t>Zomato</a:t>
            </a:r>
            <a:r>
              <a:rPr lang="en-US" sz="3600" dirty="0" smtClean="0"/>
              <a:t> </a:t>
            </a:r>
            <a:r>
              <a:rPr lang="en-US" sz="3600" dirty="0"/>
              <a:t>leads in platform </a:t>
            </a:r>
            <a:r>
              <a:rPr lang="en-US" sz="3600" dirty="0" smtClean="0"/>
              <a:t>preference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/>
              <a:t>Highest spending range is ₹200–</a:t>
            </a:r>
            <a:r>
              <a:rPr lang="en-US" sz="3600" dirty="0" smtClean="0"/>
              <a:t>₹</a:t>
            </a:r>
            <a:r>
              <a:rPr lang="en-US" sz="3600" dirty="0"/>
              <a:t>5</a:t>
            </a:r>
            <a:r>
              <a:rPr lang="en-US" sz="3600" dirty="0" smtClean="0"/>
              <a:t>00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 smtClean="0"/>
              <a:t>South Indian </a:t>
            </a:r>
            <a:r>
              <a:rPr lang="en-US" sz="3600" dirty="0"/>
              <a:t>most </a:t>
            </a:r>
            <a:r>
              <a:rPr lang="en-US" sz="3600" dirty="0" smtClean="0"/>
              <a:t>popular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/>
              <a:t>Offers influence most purchasing </a:t>
            </a:r>
            <a:r>
              <a:rPr lang="en-US" sz="3600" dirty="0" smtClean="0"/>
              <a:t>decisions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/>
              <a:t>E</a:t>
            </a:r>
            <a:r>
              <a:rPr lang="en-US" sz="3600" dirty="0" smtClean="0"/>
              <a:t>vening is </a:t>
            </a:r>
            <a:r>
              <a:rPr lang="en-US" sz="3600" dirty="0"/>
              <a:t>peak order </a:t>
            </a:r>
            <a:r>
              <a:rPr lang="en-US" sz="3600" dirty="0" smtClean="0"/>
              <a:t>time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72394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1028700" y="9046803"/>
            <a:ext cx="3135301" cy="564354"/>
          </a:xfrm>
          <a:custGeom>
            <a:avLst/>
            <a:gdLst/>
            <a:ahLst/>
            <a:cxnLst/>
            <a:rect l="l" t="t" r="r" b="b"/>
            <a:pathLst>
              <a:path w="3135301" h="564354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10800000">
            <a:off x="16457937" y="2063642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10800000" flipH="1">
            <a:off x="16457937" y="606788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2971800" y="114300"/>
            <a:ext cx="10253663" cy="1352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47"/>
              </a:lnSpc>
            </a:pPr>
            <a:r>
              <a:rPr lang="en-US" sz="6600" dirty="0">
                <a:solidFill>
                  <a:srgbClr val="30318B"/>
                </a:solidFill>
                <a:latin typeface="Rosario Bold" panose="020B0604020202020204" charset="0"/>
              </a:rPr>
              <a:t>Conclusion</a:t>
            </a:r>
            <a:endParaRPr lang="en-US" sz="6600" b="1" dirty="0">
              <a:solidFill>
                <a:srgbClr val="30318B"/>
              </a:solidFill>
              <a:latin typeface="Rosario Bold" panose="020B0604020202020204" charset="0"/>
              <a:ea typeface="Rosario Bold"/>
              <a:cs typeface="Rosario Bold"/>
              <a:sym typeface="Rosario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28700" y="1908288"/>
            <a:ext cx="14973300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e-DE" sz="4000" dirty="0"/>
              <a:t>Dashboard helps understand user </a:t>
            </a:r>
            <a:r>
              <a:rPr lang="de-DE" sz="4000" dirty="0" smtClean="0"/>
              <a:t>habits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/>
              <a:t>Useful for marketing, targeting, and improving customer </a:t>
            </a:r>
            <a:r>
              <a:rPr lang="en-US" sz="4000" dirty="0" smtClean="0"/>
              <a:t>experience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/>
              <a:t>Future additions: </a:t>
            </a:r>
            <a:r>
              <a:rPr lang="en-US" sz="4000" dirty="0" smtClean="0"/>
              <a:t>predictive models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28712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1028700" y="9046803"/>
            <a:ext cx="3135301" cy="564354"/>
          </a:xfrm>
          <a:custGeom>
            <a:avLst/>
            <a:gdLst/>
            <a:ahLst/>
            <a:cxnLst/>
            <a:rect l="l" t="t" r="r" b="b"/>
            <a:pathLst>
              <a:path w="3135301" h="564354">
                <a:moveTo>
                  <a:pt x="0" y="0"/>
                </a:moveTo>
                <a:lnTo>
                  <a:pt x="3135301" y="0"/>
                </a:lnTo>
                <a:lnTo>
                  <a:pt x="3135301" y="564354"/>
                </a:lnTo>
                <a:lnTo>
                  <a:pt x="0" y="564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10800000">
            <a:off x="16457937" y="2063642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0" y="0"/>
                </a:moveTo>
                <a:lnTo>
                  <a:pt x="1361627" y="0"/>
                </a:lnTo>
                <a:lnTo>
                  <a:pt x="1361627" y="1361627"/>
                </a:lnTo>
                <a:lnTo>
                  <a:pt x="0" y="1361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10800000" flipH="1">
            <a:off x="16457937" y="606788"/>
            <a:ext cx="1361627" cy="1361627"/>
          </a:xfrm>
          <a:custGeom>
            <a:avLst/>
            <a:gdLst/>
            <a:ahLst/>
            <a:cxnLst/>
            <a:rect l="l" t="t" r="r" b="b"/>
            <a:pathLst>
              <a:path w="1361627" h="1361627">
                <a:moveTo>
                  <a:pt x="1361627" y="0"/>
                </a:moveTo>
                <a:lnTo>
                  <a:pt x="0" y="0"/>
                </a:lnTo>
                <a:lnTo>
                  <a:pt x="0" y="1361627"/>
                </a:lnTo>
                <a:lnTo>
                  <a:pt x="1361627" y="1361627"/>
                </a:lnTo>
                <a:lnTo>
                  <a:pt x="136162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4013827" y="3189756"/>
            <a:ext cx="10260346" cy="424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47"/>
              </a:lnSpc>
            </a:pPr>
            <a:r>
              <a:rPr lang="en-US" sz="16512" b="1">
                <a:solidFill>
                  <a:srgbClr val="30318B"/>
                </a:solidFill>
                <a:latin typeface="Rosario Bold"/>
                <a:ea typeface="Rosario Bold"/>
                <a:cs typeface="Rosario Bold"/>
                <a:sym typeface="Rosario Bold"/>
              </a:rPr>
              <a:t>THANK</a:t>
            </a:r>
          </a:p>
          <a:p>
            <a:pPr algn="ctr">
              <a:lnSpc>
                <a:spcPts val="16347"/>
              </a:lnSpc>
            </a:pPr>
            <a:r>
              <a:rPr lang="en-US" sz="16512" b="1">
                <a:solidFill>
                  <a:srgbClr val="30318B"/>
                </a:solidFill>
                <a:latin typeface="Rosario Bold"/>
                <a:ea typeface="Rosario Bold"/>
                <a:cs typeface="Rosario Bold"/>
                <a:sym typeface="Rosario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132</Words>
  <Application>Microsoft Office PowerPoint</Application>
  <PresentationFormat>Custom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Rosario</vt:lpstr>
      <vt:lpstr>Cambria</vt:lpstr>
      <vt:lpstr>Rosario Bold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Abstract Presentation</dc:title>
  <cp:lastModifiedBy>Admin</cp:lastModifiedBy>
  <cp:revision>16</cp:revision>
  <dcterms:created xsi:type="dcterms:W3CDTF">2006-08-16T00:00:00Z</dcterms:created>
  <dcterms:modified xsi:type="dcterms:W3CDTF">2025-11-20T13:50:01Z</dcterms:modified>
  <dc:identifier>DAGkaC3Qimc</dc:identifier>
</cp:coreProperties>
</file>